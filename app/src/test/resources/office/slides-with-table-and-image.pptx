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原生幻灯片内容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这一段直接从 PPTX 提取，不需要 OCR。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09600">
                <a:tc gridSpan="2">
                  <a:txBody>
                    <a:bodyPr/>
                    <a:lstStyle/>
                    <a:p>
                      <a:r>
                        <a:t>合并表头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样例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图片文字待 OCR</a:t>
            </a:r>
          </a:p>
        </p:txBody>
      </p:sp>
      <p:pic>
        <p:nvPicPr>
          <p:cNvPr id="3" name="Picture 2" descr="ocr-cand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